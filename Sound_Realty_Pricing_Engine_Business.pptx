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4632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Sound Realty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0F0F0"/>
                </a:solidFill>
              </a:defRPr>
            </a:pPr>
            <a:r>
              <a:t>Automated Pricing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980B9"/>
                </a:solidFill>
              </a:defRPr>
            </a:pPr>
            <a:r>
              <a:t>The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Your team spends too much time estimating home values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Process is manual and inconsistent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Ties up experienced staff on repetitive work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Difficult to scale as business grows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Goal: Deploy an accurate, instant pricing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980B9"/>
                </a:solidFill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226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✓ 24/7 automated pricing service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How it works: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 1. Enter basic home details (bedrooms, </a:t>
            </a:r>
            <a:r>
              <a:rPr dirty="0" err="1"/>
              <a:t>sqft</a:t>
            </a:r>
            <a:r>
              <a:rPr dirty="0"/>
              <a:t>, </a:t>
            </a:r>
            <a:r>
              <a:rPr dirty="0" err="1"/>
              <a:t>zipcode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 2. System instantly returns price estimate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 3. Uses neighborhood demographic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lang="en-GB" dirty="0"/>
              <a:t>   4. Leverages AI tech to issue price predictions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Key Features: Fast • Accurate • Smart • Reliable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980B9"/>
                </a:solidFill>
              </a:defRPr>
            </a:pPr>
            <a:r>
              <a:t>Business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Operational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TIME SAVINGS: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5 seconds per home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  (vs 15-30 min manually)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4 hours saved per day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  (for 10 properties)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~1,000 hours/year savings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371600"/>
            <a:ext cx="384048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STRATEGIC BENEFITS: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• Faster pricing =</a:t>
            </a:r>
            <a:r>
              <a:rPr lang="en-US" dirty="0"/>
              <a:t> </a:t>
            </a:r>
            <a:r>
              <a:rPr dirty="0"/>
              <a:t>Quicker listings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• Better valuations =</a:t>
            </a:r>
            <a:r>
              <a:rPr lang="en-US" dirty="0"/>
              <a:t> </a:t>
            </a:r>
            <a:r>
              <a:rPr dirty="0"/>
              <a:t>Client confidence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• Scale without</a:t>
            </a:r>
            <a:r>
              <a:rPr lang="en-US" dirty="0"/>
              <a:t> expanding headcount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980B9"/>
                </a:solidFill>
              </a:defRPr>
            </a:pPr>
            <a:r>
              <a:t>How We Ensure 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MODEL PERFORMANCE:</a:t>
            </a:r>
            <a:br>
              <a:rPr lang="en-US" dirty="0"/>
            </a:br>
            <a:br>
              <a:rPr lang="en-US" dirty="0"/>
            </a:br>
            <a:r>
              <a:rPr dirty="0"/>
              <a:t>• Trained </a:t>
            </a:r>
            <a:r>
              <a:rPr lang="en-US" dirty="0"/>
              <a:t>thousands of real sales, tested on brand new unseen data.</a:t>
            </a:r>
            <a:br>
              <a:rPr lang="en-US" dirty="0"/>
            </a:br>
            <a:r>
              <a:rPr dirty="0"/>
              <a:t>• </a:t>
            </a:r>
            <a:r>
              <a:rPr lang="en-US" dirty="0"/>
              <a:t>Model accuracy – Prices on average within 13% of the real sale price.</a:t>
            </a:r>
            <a:br>
              <a:rPr lang="en-US" dirty="0"/>
            </a:br>
            <a:r>
              <a:rPr dirty="0"/>
              <a:t>• </a:t>
            </a:r>
            <a:r>
              <a:rPr lang="en-US" dirty="0"/>
              <a:t>Accuracy increases to within 5% of the real price for known properties.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HUMAN-IN-THE-LOOP: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• System suggests, agents decide</a:t>
            </a:r>
            <a:br>
              <a:rPr lang="en-US" dirty="0"/>
            </a:br>
            <a:r>
              <a:rPr dirty="0"/>
              <a:t>• Quality checks prevent bad data errors</a:t>
            </a: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lang="en-GB" dirty="0"/>
              <a:t>CONTINUOUS MONITORING:</a:t>
            </a:r>
            <a:br>
              <a:rPr lang="en-GB" dirty="0"/>
            </a:br>
            <a:br>
              <a:rPr lang="en-GB" dirty="0"/>
            </a:br>
            <a:r>
              <a:rPr lang="en-GB" dirty="0"/>
              <a:t>• Track predictions vs. actual sales over time</a:t>
            </a:r>
            <a:br>
              <a:rPr lang="en-GB" dirty="0"/>
            </a:br>
            <a:r>
              <a:rPr lang="en-GB" dirty="0"/>
              <a:t>• Flag outliers automatically</a:t>
            </a:r>
            <a:br>
              <a:rPr lang="en-GB" dirty="0"/>
            </a:br>
            <a:r>
              <a:rPr lang="en-GB" dirty="0"/>
              <a:t>• Regular updates as market changes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980B9"/>
                </a:solidFill>
              </a:defRPr>
            </a:pPr>
            <a:r>
              <a:t>Works Even With Missing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FLEXIBLE INPUTS (OPTIONAL FEATURES):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Uses required core fields for every prediction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Supports optional fields when available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(view, condition, grade, year built, location details)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If optional data is missing, system still returns a price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BUSINESS BENEFITS: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Price homes earlier, even with incomplete records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No workflow delays waiting on every field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Accuracy improves when more optional data is provided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980B9"/>
                </a:solidFill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0"/>
          </a:xfrm>
          <a:prstGeom prst="rect">
            <a:avLst/>
          </a:prstGeom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442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Q: What if the price seems wrong?</a:t>
            </a:r>
            <a:br>
              <a:rPr lang="en-US" dirty="0"/>
            </a:br>
            <a:r>
              <a:rPr dirty="0"/>
              <a:t>A: Suggestions only. Your judgment is final.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Q: Can you update with new data?</a:t>
            </a:r>
            <a:br>
              <a:rPr lang="en-US" dirty="0"/>
            </a:br>
            <a:r>
              <a:rPr dirty="0"/>
              <a:t>A: Yes, </a:t>
            </a:r>
            <a:r>
              <a:rPr lang="en-US" dirty="0"/>
              <a:t>periodical </a:t>
            </a:r>
            <a:r>
              <a:rPr dirty="0"/>
              <a:t>retraining with zero service interruption.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Q: What about unusual properties?</a:t>
            </a:r>
            <a:br>
              <a:rPr lang="en-US" dirty="0"/>
            </a:br>
            <a:r>
              <a:rPr dirty="0"/>
              <a:t>A: System flags low-confidence estimates for senior review.</a:t>
            </a:r>
            <a:br>
              <a:rPr lang="en-US" dirty="0"/>
            </a:br>
            <a:br>
              <a:rPr lang="en-US" dirty="0"/>
            </a:b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Q: How different from</a:t>
            </a:r>
            <a:r>
              <a:rPr lang="en-GB" dirty="0"/>
              <a:t> competitors?</a:t>
            </a:r>
            <a:br>
              <a:rPr lang="en-GB" dirty="0"/>
            </a:br>
            <a:r>
              <a:rPr lang="en-GB" dirty="0"/>
              <a:t>A: Custom-built for your region and business. Local expertise. Local control.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438</Words>
  <Application>Microsoft Office PowerPoint</Application>
  <PresentationFormat>On-screen Show (4:3)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João Ralha</cp:lastModifiedBy>
  <cp:revision>5</cp:revision>
  <dcterms:created xsi:type="dcterms:W3CDTF">2013-01-27T09:14:16Z</dcterms:created>
  <dcterms:modified xsi:type="dcterms:W3CDTF">2026-03-30T18:47:35Z</dcterms:modified>
  <cp:category/>
</cp:coreProperties>
</file>